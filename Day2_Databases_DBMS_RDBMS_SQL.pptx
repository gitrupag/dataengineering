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149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47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4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3A4791"/>
          </a:solidFill>
          <a:ln/>
        </p:spPr>
      </p:sp>
      <p:pic>
        <p:nvPicPr>
          <p:cNvPr id="5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9326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DBMS, RDBMS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SQL Basics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the data actually lives — and how we talk to it.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02920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52887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 database is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359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7" y="2424989"/>
            <a:ext cx="416966" cy="4169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35915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why databases are important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321101"/>
            <a:ext cx="416966" cy="4169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25526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DBMS and RDBMS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40080" y="41513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7" y="4217213"/>
            <a:ext cx="416966" cy="4169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1513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tables, rows, and columns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640080" y="50474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4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7" y="5113325"/>
            <a:ext cx="416966" cy="41696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50474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SQL is and write basic queries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of Day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928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Engineering?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6609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157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34838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5387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38328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Data Lifecycle.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4306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6168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20624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responsibilities of a Data Engineer?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863840" y="17373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Today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13816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 we’ll learn where all this data is actually stored.”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create an Instagram account, where is your username, password, photos, and followers stored?”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31857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 collection of data that can be stored, managed, retrieved, and updated efficiently.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0" y="160020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lives in a database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823960" y="2286000"/>
            <a:ext cx="1280160" cy="1280160"/>
          </a:xfrm>
          <a:prstGeom prst="ellipse">
            <a:avLst/>
          </a:prstGeom>
          <a:solidFill>
            <a:srgbClr val="3A4791"/>
          </a:solidFill>
          <a:ln/>
        </p:spPr>
      </p:sp>
      <p:pic>
        <p:nvPicPr>
          <p:cNvPr id="13" name="Image 1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79" y="2439619"/>
            <a:ext cx="972922" cy="9729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· password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followers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89520" y="4846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· managed · retrieved · updated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databases, these applications could not function effectively.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8528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21214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7568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212140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063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63440" y="35661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36608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2121408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3063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0" y="35661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41248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Databases?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Imagine storing 10,000 student records in notebooks.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CEC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Problems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may get lost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updates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Solves This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9900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updates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5570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security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1239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6908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multiple users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vs RDBMS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568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— software used to create, manage, and access databases.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Access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1874520"/>
            <a:ext cx="685800" cy="685800"/>
          </a:xfrm>
          <a:prstGeom prst="ellipse">
            <a:avLst/>
          </a:prstGeom>
          <a:solidFill>
            <a:srgbClr val="3A4791"/>
          </a:solidFill>
          <a:ln/>
        </p:spPr>
      </p:sp>
      <p:pic>
        <p:nvPicPr>
          <p:cNvPr id="13" name="Image 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956816"/>
            <a:ext cx="521208" cy="5212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RDBMS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Management System — stores data in related tables.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465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46520" y="40690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vs RDBMS —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data in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 are 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relationships using keys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for small applications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for enterprise applications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secure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secure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Relationships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Student_ID connects both tables — this is called a relationship.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206240" cy="1600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029200" cy="1600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25780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555" y="2567635"/>
            <a:ext cx="625450" cy="62545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4937760" y="2880360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80760" y="288036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31520" y="4206240"/>
            <a:ext cx="10607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3" name="Text 8"/>
          <p:cNvSpPr/>
          <p:nvPr/>
        </p:nvSpPr>
        <p:spPr>
          <a:xfrm>
            <a:off x="1097280" y="43434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share the same Student_ID column — that shared key is what links a student to their orders.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“How do we communicate with a database?” → Using SQL.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3A4791"/>
          </a:solidFill>
          <a:ln/>
        </p:spPr>
      </p:sp>
      <p:pic>
        <p:nvPicPr>
          <p:cNvPr id="5" name="Image 0" descr="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9495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82880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329184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55280" y="329184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32918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60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297680" y="416052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17" name="Text 14"/>
          <p:cNvSpPr/>
          <p:nvPr/>
        </p:nvSpPr>
        <p:spPr>
          <a:xfrm>
            <a:off x="4480560" y="4160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55280" y="416052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73478"/>
          </a:solidFill>
          <a:ln/>
        </p:spPr>
      </p:sp>
      <p:sp>
        <p:nvSpPr>
          <p:cNvPr id="19" name="Text 16"/>
          <p:cNvSpPr/>
          <p:nvPr/>
        </p:nvSpPr>
        <p:spPr>
          <a:xfrm>
            <a:off x="8138160" y="4160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Table, Row &amp; Column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949440" cy="2194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17" y="1757477"/>
            <a:ext cx="416966" cy="4169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0" y="1673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86800" y="203911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Employee data.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55280" y="3108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117" y="3174797"/>
            <a:ext cx="416966" cy="416966"/>
          </a:xfrm>
          <a:prstGeom prst="rect">
            <a:avLst/>
          </a:prstGeom>
        </p:spPr>
      </p:pic>
      <p:sp>
        <p:nvSpPr>
          <p:cNvPr id="4" name="Text 7"/>
          <p:cNvSpPr/>
          <p:nvPr/>
        </p:nvSpPr>
        <p:spPr>
          <a:xfrm>
            <a:off x="8686800" y="3090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686800" y="34564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employee's complete information.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955280" y="4526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117" y="4592117"/>
            <a:ext cx="416966" cy="4169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0" y="4507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686800" y="48737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such as ID, Name, Age, Department.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Part 1: Setting up the database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CompanyDB;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database named CompanyDB.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474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CompanyDB;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2024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INT,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VARCHAR(50),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INT,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 VARCHAR(30)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4206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754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→  Whole numbers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  →  Text of variable length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Part 2: Adding &amp; viewing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(101,'Rahul',24,'IT'),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(102,'Priya',23,'HR');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5420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retrieves data. * means all columns.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Specific Columns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33375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4747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department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3A4791"/>
          </a:solidFill>
          <a:ln/>
        </p:spPr>
      </p:sp>
      <p:pic>
        <p:nvPicPr>
          <p:cNvPr id="16" name="Image 0" descr="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008730"/>
            <a:ext cx="486461" cy="48646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709160"/>
          <a:ext cx="4846320" cy="10058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Records — 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clause narrows results to rows that match a condition.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1216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23;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15" y="2110435"/>
            <a:ext cx="625450" cy="625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2011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where the condition is TRUE are returned — here, employees older than 23.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00800" cy="11521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315200" y="397764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0" y="4160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Priya (age 23) is excluded — 23 is not greater than 23.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299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2090318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CompanyDB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0299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209031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385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Employee table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1272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187598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035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508760" y="3291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five employee records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63640" y="29260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1272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3187598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035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132320" y="3291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records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0080" y="40233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22452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284878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13308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50876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names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263640" y="40233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73478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422452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1" name="Image 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4284878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13308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13232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older than 25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Quick recall 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19568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17373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databases important?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9809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980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76148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DBMS?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276148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29809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980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276148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RDBMS?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0050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78561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DBMS and RDBMS?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378561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40050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378561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80974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50292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029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4809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table?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17920" y="480974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50292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5029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4809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 row and a column?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Databases, DBMS, RDBMS &amp; SQL Basics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978</Words>
  <Application>Microsoft Office PowerPoint</Application>
  <PresentationFormat>Widescreen</PresentationFormat>
  <Paragraphs>281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 G</cp:lastModifiedBy>
  <cp:revision>2</cp:revision>
  <dcterms:created xsi:type="dcterms:W3CDTF">2026-07-28T15:24:53Z</dcterms:created>
  <dcterms:modified xsi:type="dcterms:W3CDTF">2026-07-29T15:58:54Z</dcterms:modified>
</cp:coreProperties>
</file>