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1944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09728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73736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065A82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237744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1C7293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55280" y="301752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065A82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955280" y="365760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1C7293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429768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065A82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024128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23774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Constraints &amp; Keys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22960" y="365760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protect data integrity, and the keys that define relationships between tables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22960" y="4617720"/>
            <a:ext cx="1097280" cy="0"/>
          </a:xfrm>
          <a:prstGeom prst="line">
            <a:avLst/>
          </a:prstGeom>
          <a:noFill/>
          <a:ln w="38100">
            <a:solidFill>
              <a:srgbClr val="3AA6C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Constraints?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F4F8F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43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are rules applied to columns to maintain data accuracy and integrity.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02152" cy="1737360"/>
          </a:xfrm>
          <a:prstGeom prst="roundRect">
            <a:avLst>
              <a:gd name="adj" fmla="val 5263"/>
            </a:avLst>
          </a:prstGeom>
          <a:solidFill>
            <a:srgbClr val="F4F8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4231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2563978"/>
            <a:ext cx="358445" cy="3584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423160"/>
            <a:ext cx="2313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15468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each row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33672" y="2194560"/>
            <a:ext cx="3502152" cy="1737360"/>
          </a:xfrm>
          <a:prstGeom prst="roundRect">
            <a:avLst>
              <a:gd name="adj" fmla="val 5263"/>
            </a:avLst>
          </a:prstGeom>
          <a:solidFill>
            <a:srgbClr val="F4F8FA"/>
          </a:solidFill>
          <a:ln/>
        </p:spPr>
      </p:sp>
      <p:sp>
        <p:nvSpPr>
          <p:cNvPr id="11" name="Shape 8"/>
          <p:cNvSpPr/>
          <p:nvPr/>
        </p:nvSpPr>
        <p:spPr>
          <a:xfrm>
            <a:off x="4462272" y="24231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sla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090" y="2563978"/>
            <a:ext cx="358445" cy="35844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9512" y="2423160"/>
            <a:ext cx="2313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462272" y="315468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can never be left empty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18704" y="2194560"/>
            <a:ext cx="3502152" cy="1737360"/>
          </a:xfrm>
          <a:prstGeom prst="roundRect">
            <a:avLst>
              <a:gd name="adj" fmla="val 5263"/>
            </a:avLst>
          </a:prstGeom>
          <a:solidFill>
            <a:srgbClr val="F4F8FA"/>
          </a:solidFill>
          <a:ln/>
        </p:spPr>
      </p:sp>
      <p:sp>
        <p:nvSpPr>
          <p:cNvPr id="16" name="Shape 12"/>
          <p:cNvSpPr/>
          <p:nvPr/>
        </p:nvSpPr>
        <p:spPr>
          <a:xfrm>
            <a:off x="8147304" y="24231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s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8122" y="2563978"/>
            <a:ext cx="358445" cy="35844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24544" y="2423160"/>
            <a:ext cx="2313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147304" y="315468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rows can share a value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160520"/>
            <a:ext cx="3502152" cy="1737360"/>
          </a:xfrm>
          <a:prstGeom prst="roundRect">
            <a:avLst>
              <a:gd name="adj" fmla="val 5263"/>
            </a:avLst>
          </a:prstGeom>
          <a:solidFill>
            <a:srgbClr val="F4F8FA"/>
          </a:solidFill>
          <a:ln/>
        </p:spPr>
      </p:sp>
      <p:sp>
        <p:nvSpPr>
          <p:cNvPr id="21" name="Shape 16"/>
          <p:cNvSpPr/>
          <p:nvPr/>
        </p:nvSpPr>
        <p:spPr>
          <a:xfrm>
            <a:off x="777240" y="4389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3" descr="slid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8" y="4529938"/>
            <a:ext cx="358445" cy="35844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389120"/>
            <a:ext cx="2313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77240" y="512064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a preset value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233672" y="4160520"/>
            <a:ext cx="3502152" cy="1737360"/>
          </a:xfrm>
          <a:prstGeom prst="roundRect">
            <a:avLst>
              <a:gd name="adj" fmla="val 5263"/>
            </a:avLst>
          </a:prstGeom>
          <a:solidFill>
            <a:srgbClr val="F4F8FA"/>
          </a:solidFill>
          <a:ln/>
        </p:spPr>
      </p:sp>
      <p:sp>
        <p:nvSpPr>
          <p:cNvPr id="26" name="Shape 20"/>
          <p:cNvSpPr/>
          <p:nvPr/>
        </p:nvSpPr>
        <p:spPr>
          <a:xfrm>
            <a:off x="4462272" y="4389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4" descr="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3090" y="4529938"/>
            <a:ext cx="358445" cy="35844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39512" y="4389120"/>
            <a:ext cx="2313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462272" y="512064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must satisfy a condition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7918704" y="4160520"/>
            <a:ext cx="3502152" cy="1737360"/>
          </a:xfrm>
          <a:prstGeom prst="roundRect">
            <a:avLst>
              <a:gd name="adj" fmla="val 5263"/>
            </a:avLst>
          </a:prstGeom>
          <a:solidFill>
            <a:srgbClr val="21295C"/>
          </a:solidFill>
          <a:ln/>
        </p:spPr>
      </p:sp>
      <p:sp>
        <p:nvSpPr>
          <p:cNvPr id="31" name="Shape 24"/>
          <p:cNvSpPr/>
          <p:nvPr/>
        </p:nvSpPr>
        <p:spPr>
          <a:xfrm>
            <a:off x="8147304" y="4389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5" descr="l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8122" y="4529938"/>
            <a:ext cx="358445" cy="35844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24544" y="4389120"/>
            <a:ext cx="2313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147304" y="512064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another table's key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" y="68397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69164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constraint — it defines row identity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344728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2194560"/>
            <a:ext cx="457200" cy="73152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377440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Uniquely identifies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2971800"/>
            <a:ext cx="29900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must have a value no other row shares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1965960"/>
            <a:ext cx="344728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2194560"/>
            <a:ext cx="457200" cy="73152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2377440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Cannot be NULL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572000" y="2971800"/>
            <a:ext cx="29900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Primary Key value is never allowed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46720" y="1965960"/>
            <a:ext cx="344728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8275320" y="2194560"/>
            <a:ext cx="457200" cy="73152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6" name="Text 13"/>
          <p:cNvSpPr/>
          <p:nvPr/>
        </p:nvSpPr>
        <p:spPr>
          <a:xfrm>
            <a:off x="8275320" y="2377440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duplicates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275320" y="2971800"/>
            <a:ext cx="29900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rejects any repeated value outright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457200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B03A2E">
              <a:alpha val="9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868680" y="4754880"/>
            <a:ext cx="822960" cy="822960"/>
          </a:xfrm>
          <a:prstGeom prst="ellipse">
            <a:avLst/>
          </a:prstGeom>
          <a:solidFill>
            <a:srgbClr val="8A2418"/>
          </a:solidFill>
          <a:ln/>
        </p:spPr>
      </p:sp>
      <p:pic>
        <p:nvPicPr>
          <p:cNvPr id="20" name="Image 1" descr="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731" y="4935931"/>
            <a:ext cx="460858" cy="46085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828800" y="4572000"/>
            <a:ext cx="9418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insert a duplicate ID and observe the database reject it with an error — this is the Primary Key constraint at work protecting row identity.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NOT NULL Constraint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 column can never be left empty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188720" cy="11887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sl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98" y="2090318"/>
            <a:ext cx="665683" cy="6656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82880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column is marked NOT NULL, every row must supply a real value for it. An attempt to insert a row while skipping that column is rejected before it ever reaches the table.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040880" y="1737360"/>
            <a:ext cx="4572000" cy="3657600"/>
          </a:xfrm>
          <a:prstGeom prst="roundRect">
            <a:avLst>
              <a:gd name="adj" fmla="val 3000"/>
            </a:avLst>
          </a:prstGeom>
          <a:solidFill>
            <a:srgbClr val="21295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0" y="1965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315200" y="2679192"/>
            <a:ext cx="128016" cy="128016"/>
          </a:xfrm>
          <a:prstGeom prst="ellipse">
            <a:avLst/>
          </a:prstGeom>
          <a:solidFill>
            <a:srgbClr val="8FD3E8"/>
          </a:solidFill>
          <a:ln/>
        </p:spPr>
      </p:sp>
      <p:sp>
        <p:nvSpPr>
          <p:cNvPr id="10" name="Text 7"/>
          <p:cNvSpPr/>
          <p:nvPr/>
        </p:nvSpPr>
        <p:spPr>
          <a:xfrm>
            <a:off x="7589520" y="2514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incomplete records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315200" y="3364992"/>
            <a:ext cx="128016" cy="128016"/>
          </a:xfrm>
          <a:prstGeom prst="ellipse">
            <a:avLst/>
          </a:prstGeom>
          <a:solidFill>
            <a:srgbClr val="8FD3E8"/>
          </a:solidFill>
          <a:ln/>
        </p:spPr>
      </p:sp>
      <p:sp>
        <p:nvSpPr>
          <p:cNvPr id="12" name="Text 9"/>
          <p:cNvSpPr/>
          <p:nvPr/>
        </p:nvSpPr>
        <p:spPr>
          <a:xfrm>
            <a:off x="7589520" y="3200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on required fields like name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315200" y="4050792"/>
            <a:ext cx="128016" cy="128016"/>
          </a:xfrm>
          <a:prstGeom prst="ellipse">
            <a:avLst/>
          </a:prstGeom>
          <a:solidFill>
            <a:srgbClr val="8FD3E8"/>
          </a:solidFill>
          <a:ln/>
        </p:spPr>
      </p:sp>
      <p:sp>
        <p:nvSpPr>
          <p:cNvPr id="14" name="Text 11"/>
          <p:cNvSpPr/>
          <p:nvPr/>
        </p:nvSpPr>
        <p:spPr>
          <a:xfrm>
            <a:off x="7589520" y="3886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from a default — it demands a value, not a fallback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UNIQUE Constraint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no two rows share the same value in a column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188720" cy="11887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98" y="2090318"/>
            <a:ext cx="665683" cy="6656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82880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marked UNIQUE — like an email address — rejects any value that already exists elsewhere in the table, even though the column itself is not the Primary Key.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040880" y="1737360"/>
            <a:ext cx="4572000" cy="3657600"/>
          </a:xfrm>
          <a:prstGeom prst="roundRect">
            <a:avLst>
              <a:gd name="adj" fmla="val 3000"/>
            </a:avLst>
          </a:prstGeom>
          <a:solidFill>
            <a:srgbClr val="F4F8F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0" y="1920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 vs UNIQUE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468880"/>
          <a:ext cx="4023360" cy="2651760"/>
        </p:xfrm>
        <a:graphic>
          <a:graphicData uri="http://schemas.openxmlformats.org/drawingml/2006/table">
            <a:tbl>
              <a:tblPr/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PRIMARY KEY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UNIQUE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</a:rPr>
                        <a:t>Allows NULL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03A2E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6E31"/>
                          </a:solidFill>
                        </a:rPr>
                        <a:t>Yes (one)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</a:rPr>
                        <a:t>Per table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Only one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Many allowed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Row identity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 duplicates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DEFAULT Constraint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a fallback value when none is given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188720" cy="11887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sli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98" y="2090318"/>
            <a:ext cx="665683" cy="6656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82880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column has a DEFAULT value set — like a department defaulting to ‘General’ — leaving that column out of an insert doesn't cause an error. The preset value is used automatically instead.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040880" y="1737360"/>
            <a:ext cx="4572000" cy="3657600"/>
          </a:xfrm>
          <a:prstGeom prst="roundRect">
            <a:avLst>
              <a:gd name="adj" fmla="val 3000"/>
            </a:avLst>
          </a:prstGeom>
          <a:solidFill>
            <a:srgbClr val="21295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0" y="1965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&amp; After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315200" y="256032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1C7293">
              <a:alpha val="8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543800" y="25603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department given at insert time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315200" y="393192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2C6E31">
              <a:alpha val="9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543800" y="39319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is stored with department = 'General'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AUTO_INCREMENT (MySQL)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database generate ID values automatically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188720" cy="11887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refre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98" y="2090318"/>
            <a:ext cx="665683" cy="6656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82880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Primary Key column is set to AUTO_INCREMENT, the developer never supplies an ID at insert time. Each new row automatically receives the next number in sequence.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040880" y="1737360"/>
            <a:ext cx="4572000" cy="3657600"/>
          </a:xfrm>
          <a:prstGeom prst="roundRect">
            <a:avLst>
              <a:gd name="adj" fmla="val 3000"/>
            </a:avLst>
          </a:prstGeom>
          <a:solidFill>
            <a:srgbClr val="F4F8F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Auto-generated sequence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0" y="246888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66760" y="2468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0" y="324612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3246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66760" y="3246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15200" y="402336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0" y="40233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366760" y="4023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315200" y="4892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is assigned automatically — never typed manually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" y="63825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Keys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69164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 builds toward choosing one Primary Key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0116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Key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set of columns that can uniquely identify a record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" y="3108960"/>
            <a:ext cx="4709160" cy="365760"/>
          </a:xfrm>
          <a:prstGeom prst="roundRect">
            <a:avLst>
              <a:gd name="adj" fmla="val 15000"/>
            </a:avLst>
          </a:prstGeom>
          <a:solidFill>
            <a:srgbClr val="F4F8FA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1089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Student_ID, or Student_ID + Name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182880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20116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Key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92240" y="251460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minimal super key — no extra columns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92240" y="3108960"/>
            <a:ext cx="4709160" cy="365760"/>
          </a:xfrm>
          <a:prstGeom prst="roundRect">
            <a:avLst>
              <a:gd name="adj" fmla="val 15000"/>
            </a:avLst>
          </a:prstGeom>
          <a:solidFill>
            <a:srgbClr val="F4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31089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Student_ID, or Email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388620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40690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14400" y="457200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key chosen to identify each row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14400" y="5166360"/>
            <a:ext cx="4709160" cy="365760"/>
          </a:xfrm>
          <a:prstGeom prst="roundRect">
            <a:avLst>
              <a:gd name="adj" fmla="val 15000"/>
            </a:avLst>
          </a:prstGeom>
          <a:solidFill>
            <a:srgbClr val="F4F8FA"/>
          </a:solidFill>
          <a:ln/>
        </p:spPr>
      </p:sp>
      <p:sp>
        <p:nvSpPr>
          <p:cNvPr id="20" name="Text 17"/>
          <p:cNvSpPr/>
          <p:nvPr/>
        </p:nvSpPr>
        <p:spPr>
          <a:xfrm>
            <a:off x="1005840" y="51663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17920" y="388620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6492240" y="40690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Alternate Key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492240" y="457200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keys not chosen as the Primary Key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92240" y="5166360"/>
            <a:ext cx="4709160" cy="365760"/>
          </a:xfrm>
          <a:prstGeom prst="roundRect">
            <a:avLst>
              <a:gd name="adj" fmla="val 15000"/>
            </a:avLst>
          </a:prstGeom>
          <a:solidFill>
            <a:srgbClr val="F4F8FA"/>
          </a:solidFill>
          <a:ln/>
        </p:spPr>
      </p:sp>
      <p:sp>
        <p:nvSpPr>
          <p:cNvPr id="25" name="Text 22"/>
          <p:cNvSpPr/>
          <p:nvPr/>
        </p:nvSpPr>
        <p:spPr>
          <a:xfrm>
            <a:off x="6583680" y="51663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Email, if Student_ID is primary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Key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columns together form the key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188720" cy="11887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98" y="2090318"/>
            <a:ext cx="665683" cy="6656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82880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no single column is unique on its own. A Composite Key combines two or more columns so that, together, their combination uniquely identifies each row — common in enrollment or booking tables.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040880" y="1737360"/>
            <a:ext cx="4572000" cy="3657600"/>
          </a:xfrm>
          <a:prstGeom prst="roundRect">
            <a:avLst>
              <a:gd name="adj" fmla="val 3000"/>
            </a:avLst>
          </a:prstGeom>
          <a:solidFill>
            <a:srgbClr val="21295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Enrollment example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423160"/>
          <a:ext cx="4023360" cy="1645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student_id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course_id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101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101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102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0" y="42062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alone repeats — only the pair (student_id, course_id) is unique together.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Key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 column in one table to the Primary Key of another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206240" cy="3108960"/>
          </a:xfrm>
          <a:prstGeom prst="roundRect">
            <a:avLst>
              <a:gd name="adj" fmla="val 3529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" y="21625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574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288036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28803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dept_id  (Primary Key)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347472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2E3A6E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4747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dept_name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4400" y="41605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department can have many students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74920" y="2971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many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514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7269480" y="1737360"/>
            <a:ext cx="4206240" cy="3108960"/>
          </a:xfrm>
          <a:prstGeom prst="roundRect">
            <a:avLst>
              <a:gd name="adj" fmla="val 3529"/>
            </a:avLst>
          </a:prstGeom>
          <a:solidFill>
            <a:srgbClr val="F4F8FA"/>
          </a:solidFill>
          <a:ln/>
        </p:spPr>
      </p:sp>
      <p:sp>
        <p:nvSpPr>
          <p:cNvPr id="16" name="Shape 13"/>
          <p:cNvSpPr/>
          <p:nvPr/>
        </p:nvSpPr>
        <p:spPr>
          <a:xfrm>
            <a:off x="7543800" y="20116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1" descr="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4676" y="2162556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366760" y="20574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7543800" y="288036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20" name="Text 16"/>
          <p:cNvSpPr/>
          <p:nvPr/>
        </p:nvSpPr>
        <p:spPr>
          <a:xfrm>
            <a:off x="7680960" y="28803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  (Primary Key)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7543800" y="347472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22" name="Text 18"/>
          <p:cNvSpPr/>
          <p:nvPr/>
        </p:nvSpPr>
        <p:spPr>
          <a:xfrm>
            <a:off x="7680960" y="34747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543800" y="406908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7680960" y="40690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dept_id  → Foreign Key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40080" y="512064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E8F1F5"/>
          </a:solidFill>
          <a:ln/>
        </p:spPr>
      </p:sp>
      <p:sp>
        <p:nvSpPr>
          <p:cNvPr id="26" name="Text 22"/>
          <p:cNvSpPr/>
          <p:nvPr/>
        </p:nvSpPr>
        <p:spPr>
          <a:xfrm>
            <a:off x="914400" y="512064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dept_id in Student references dept_id in Department — the link that connects the two tables.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Activity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two related tables applying every constraint learned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208117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659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2834640"/>
            <a:ext cx="4480560" cy="54864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834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table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22960" y="3520440"/>
            <a:ext cx="4480560" cy="54864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5204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table (linked by Foreign Key)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943600" y="1691640"/>
            <a:ext cx="5669280" cy="4114800"/>
          </a:xfrm>
          <a:prstGeom prst="roundRect">
            <a:avLst>
              <a:gd name="adj" fmla="val 2667"/>
            </a:avLst>
          </a:prstGeom>
          <a:solidFill>
            <a:srgbClr val="21295C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0" y="1874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these constraints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0" y="246888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24688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17920" y="34747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355080" y="34747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17920" y="448056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6355080" y="44805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869680" y="246888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9006840" y="24688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869680" y="34747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9006840" y="34747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AUTO_INCREMENT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869680" y="448056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9006840" y="44805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two related tables using today's constraints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217261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57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2926080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926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83280" y="2999232"/>
            <a:ext cx="1828800" cy="402336"/>
          </a:xfrm>
          <a:prstGeom prst="roundRect">
            <a:avLst>
              <a:gd name="adj" fmla="val 45455"/>
            </a:avLst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3383280" y="299923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22960" y="3584448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35844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customer_name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" y="4242816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424281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383280" y="4315968"/>
            <a:ext cx="1828800" cy="402336"/>
          </a:xfrm>
          <a:prstGeom prst="roundRect">
            <a:avLst>
              <a:gd name="adj" fmla="val 45455"/>
            </a:avLst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3383280" y="431596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22960" y="4901184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490118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383280" y="4974336"/>
            <a:ext cx="1828800" cy="402336"/>
          </a:xfrm>
          <a:prstGeom prst="roundRect">
            <a:avLst>
              <a:gd name="adj" fmla="val 45455"/>
            </a:avLst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3383280" y="497433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'Hyderabad'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72200" y="173736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21295C"/>
          </a:solidFill>
          <a:ln/>
        </p:spPr>
      </p:sp>
      <p:sp>
        <p:nvSpPr>
          <p:cNvPr id="23" name="Shape 20"/>
          <p:cNvSpPr/>
          <p:nvPr/>
        </p:nvSpPr>
        <p:spPr>
          <a:xfrm>
            <a:off x="6446520" y="2011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1" descr="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454" y="2172614"/>
            <a:ext cx="409651" cy="409651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360920" y="2057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6446520" y="2926080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2E3A6E"/>
          </a:solidFill>
          <a:ln/>
        </p:spPr>
      </p:sp>
      <p:sp>
        <p:nvSpPr>
          <p:cNvPr id="27" name="Text 23"/>
          <p:cNvSpPr/>
          <p:nvPr/>
        </p:nvSpPr>
        <p:spPr>
          <a:xfrm>
            <a:off x="6629400" y="2926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9006840" y="2999232"/>
            <a:ext cx="1828800" cy="402336"/>
          </a:xfrm>
          <a:prstGeom prst="roundRect">
            <a:avLst>
              <a:gd name="adj" fmla="val 45455"/>
            </a:avLst>
          </a:prstGeom>
          <a:solidFill>
            <a:srgbClr val="8FD3E8"/>
          </a:solidFill>
          <a:ln/>
        </p:spPr>
      </p:sp>
      <p:sp>
        <p:nvSpPr>
          <p:cNvPr id="29" name="Text 25"/>
          <p:cNvSpPr/>
          <p:nvPr/>
        </p:nvSpPr>
        <p:spPr>
          <a:xfrm>
            <a:off x="9006840" y="299923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446520" y="3584448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2E3A6E"/>
          </a:solidFill>
          <a:ln/>
        </p:spPr>
      </p:sp>
      <p:sp>
        <p:nvSpPr>
          <p:cNvPr id="31" name="Text 27"/>
          <p:cNvSpPr/>
          <p:nvPr/>
        </p:nvSpPr>
        <p:spPr>
          <a:xfrm>
            <a:off x="6629400" y="35844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order_date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6446520" y="4242816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2E3A6E"/>
          </a:solidFill>
          <a:ln/>
        </p:spPr>
      </p:sp>
      <p:sp>
        <p:nvSpPr>
          <p:cNvPr id="33" name="Text 29"/>
          <p:cNvSpPr/>
          <p:nvPr/>
        </p:nvSpPr>
        <p:spPr>
          <a:xfrm>
            <a:off x="6629400" y="424281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9006840" y="4315968"/>
            <a:ext cx="1828800" cy="402336"/>
          </a:xfrm>
          <a:prstGeom prst="roundRect">
            <a:avLst>
              <a:gd name="adj" fmla="val 45455"/>
            </a:avLst>
          </a:prstGeom>
          <a:solidFill>
            <a:srgbClr val="8FD3E8"/>
          </a:solidFill>
          <a:ln/>
        </p:spPr>
      </p:sp>
      <p:sp>
        <p:nvSpPr>
          <p:cNvPr id="35" name="Text 31"/>
          <p:cNvSpPr/>
          <p:nvPr/>
        </p:nvSpPr>
        <p:spPr>
          <a:xfrm>
            <a:off x="9006840" y="431596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6446520" y="5038344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references customer_id in the Customer table</a:t>
            </a:r>
            <a:endParaRPr lang="en-US" sz="1250" dirty="0"/>
          </a:p>
        </p:txBody>
      </p:sp>
      <p:sp>
        <p:nvSpPr>
          <p:cNvPr id="37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questions to test understanding of constraints and keys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431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431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constraint?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4F8FA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9946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946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78892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PRIMARY KEY and UNIQUE?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E8F1F5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40462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462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84048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PRIMARY KEY contain NULL?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4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50977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097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89204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FOREIGN KEY?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173736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E8F1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5080" y="19431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9431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5160" y="173736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Candidate Key and Primary Key?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278892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4F8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355080" y="29946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29946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278892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Composite Key?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384048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E8F1F5"/>
          </a:solidFill>
          <a:ln/>
        </p:spPr>
      </p:sp>
      <p:sp>
        <p:nvSpPr>
          <p:cNvPr id="29" name="Shape 27"/>
          <p:cNvSpPr/>
          <p:nvPr/>
        </p:nvSpPr>
        <p:spPr>
          <a:xfrm>
            <a:off x="6355080" y="40462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40462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95160" y="384048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AUTO_INCREMENT?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72200" y="489204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4F8FA"/>
          </a:solidFill>
          <a:ln/>
        </p:spPr>
      </p:sp>
      <p:sp>
        <p:nvSpPr>
          <p:cNvPr id="33" name="Shape 31"/>
          <p:cNvSpPr/>
          <p:nvPr/>
        </p:nvSpPr>
        <p:spPr>
          <a:xfrm>
            <a:off x="6355080" y="50977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5097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95160" y="489204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use DEFAULT?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860</Words>
  <Application>Microsoft Office PowerPoint</Application>
  <PresentationFormat>Widescreen</PresentationFormat>
  <Paragraphs>189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Rupa G</cp:lastModifiedBy>
  <cp:revision>2</cp:revision>
  <dcterms:created xsi:type="dcterms:W3CDTF">2026-07-31T14:20:51Z</dcterms:created>
  <dcterms:modified xsi:type="dcterms:W3CDTF">2026-07-31T14:26:26Z</dcterms:modified>
</cp:coreProperties>
</file>