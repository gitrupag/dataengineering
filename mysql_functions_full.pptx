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FUNCTIONS IN MySQL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Numeric &amp; Date/Time Functions for Data Engineering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" y="333298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7260" y="33329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3291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32918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and transformation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7260" y="411022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260" y="41102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4069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Functions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4069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Rounding, magnitude, remainders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7260" y="488746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" y="48874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846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Functions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48463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ETL and reporting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931920" cy="3931920"/>
          </a:xfrm>
          <a:prstGeom prst="ellipse">
            <a:avLst/>
          </a:prstGeom>
          <a:solidFill>
            <a:srgbClr val="028090">
              <a:alpha val="38000"/>
            </a:srgbClr>
          </a:solidFill>
          <a:ln w="12700">
            <a:solidFill>
              <a:srgbClr val="028090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02C39A">
              <a:alpha val="32000"/>
            </a:srgbClr>
          </a:solidFill>
          <a:ln w="12700">
            <a:solidFill>
              <a:srgbClr val="02C39A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1430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Functions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text manipulation and data cleaning.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8620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743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UPPER()  and  LOWER()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3192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200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37764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LENGTH()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42336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46908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4572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71600" y="51480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5029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UPPER('hello');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HELLO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uppercase.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Table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554480"/>
          </a:xfrm>
          <a:prstGeom prst="roundRect">
            <a:avLst>
              <a:gd name="adj" fmla="val 4706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emp_name,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UPPER(emp_name) AS upper_name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56616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standardizing text during data cleaning. 'rahul', 'Rahul', and 'RAHUL' all become RAHUL.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LOWER('HELLO WORLD');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hello world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lowercase.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Table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LOWER(email)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standardizing email addresses, usernames, or any text field that should be compared case-insensitively.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CONCAT('Hello', ' ', 'Rupa');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Hello Rupa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two or more strings into one string.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Table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828800"/>
          </a:xfrm>
          <a:prstGeom prst="roundRect">
            <a:avLst>
              <a:gd name="adj" fmla="val 4000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CONCAT(first_name, ' ', last_name)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full_name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Rahul Kumar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8404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creating a derived column from multiple source columns, like building a full name.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LENGTH('Rahul');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number of characters in a string.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LENGTH(emp_name) &lt; 3;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finding unusually short or long values, a common check when validating incoming data.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TRIM()   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TRIM('   Rahul   ');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Rahul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leading and trailing spaces from a string.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TRIM(emp_name)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important in data cleaning. Real-world data often arrives as ' Rahul', 'Rahul ', or '  Rahul  '.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REPLACE('Hello World',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'World', 'MySQL');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Hello MySQL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one piece of text with another.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Phone Numbers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REPLACE(phone, ' ', '')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cleaning and transforming text, such as stripping spaces or symbols out of phone numbers.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SUBSTRING()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SUBSTRING('ABCDEFG', 2, 3);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BCD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(MySQL positions start from 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 portion of a string, starting at a position for a given length.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from a Code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828800"/>
          </a:xfrm>
          <a:prstGeom prst="roundRect">
            <a:avLst>
              <a:gd name="adj" fmla="val 4000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employee_code = 'EMP2026001'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SUBSTRING(employee_code, 4, 4)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2026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8404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pulling structured information, like a year or region code, out of identifiers.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931920" cy="3931920"/>
          </a:xfrm>
          <a:prstGeom prst="ellipse">
            <a:avLst/>
          </a:prstGeom>
          <a:solidFill>
            <a:srgbClr val="028090">
              <a:alpha val="38000"/>
            </a:srgbClr>
          </a:solidFill>
          <a:ln w="12700">
            <a:solidFill>
              <a:srgbClr val="028090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02C39A">
              <a:alpha val="32000"/>
            </a:srgbClr>
          </a:solidFill>
          <a:ln w="12700">
            <a:solidFill>
              <a:srgbClr val="02C39A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1430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Functions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mathematical and numeric operations.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8620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743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3192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200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CEIL()  and  FLOOR()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37764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42336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ROUND(4567.896, 2);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4567.90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a number to the specified number of decimal places.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Calculations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emp_name,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ROUND(salary * 1.10, 2)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increased_salary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7490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preparing financial, salary, or other calculated figures for reporting.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CEIL()  vs  FLOOR()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55064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CEIL(45.2);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46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smallest integer greater than or equal to the number. Rounds upward.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FLOOR()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655064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FLOOR(45.9);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45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834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largest integer less than or equal to the number. Rounds downward.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CEIL(45.2) is 46, while FLOOR(45.9) is 45. CEIL always moves up to the next integer, FLOOR always moves down.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ABS(-500);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500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absolute (positive) value of a number.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Deviation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ABS(actual_value - expected_value)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difference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3832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calculating differences where only the size of the gap matters, not the direction.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MOD(10, 3);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1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(10 / 3 = 3 remainder 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remainder after division.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or Odd Check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MOD(emp_id, 2) = 0;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checking whether a number is even or odd. This query finds employees with an even ID.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931920" cy="3931920"/>
          </a:xfrm>
          <a:prstGeom prst="ellipse">
            <a:avLst/>
          </a:prstGeom>
          <a:solidFill>
            <a:srgbClr val="028090">
              <a:alpha val="38000"/>
            </a:srgbClr>
          </a:solidFill>
          <a:ln w="12700">
            <a:solidFill>
              <a:srgbClr val="028090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02C39A">
              <a:alpha val="32000"/>
            </a:srgbClr>
          </a:solidFill>
          <a:ln w="12700">
            <a:solidFill>
              <a:srgbClr val="02C39A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1430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&amp; Time Functions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important in Data Engineering: ETL pipelines constantly work with timestamps, partitions, and reporting periods.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8620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743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CURDATE()  and  NOW()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3192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200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YEAR() / MONTH() / DAY()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37764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DATEDIFF()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42336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DATE_ADD()  and  DATE_SUB()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469087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4572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DATE_FORMAT()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CURDATE()  vs  NOW()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CURDATE()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55064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CURDATE();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e.g. 2026-08-19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date only.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NOW()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655064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NOW();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e.g. 2026-08-19 15:30:25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8346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date and time together.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Orders WHERE order_date = CURDATE();  finds every order placed today.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YEAR()  /  MONTH()  /  DAY()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35024"/>
            <a:ext cx="4937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YEAR('2026-08-19');   -- 2026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MONTH('2026-08-19');  -- 8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DAY('2026-08-19');    -- 19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63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extracts one part of a date value.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MONTH(order_date) AS order_month,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total_orders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MONTH(order_date);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3832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monthly analysis and reporting, especially when combined with GROUP BY.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DATEDIFF()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893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DATEDIFF('2026-08-19', '2026-08-10');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number of days between two dates.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Aging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975104"/>
            <a:ext cx="43434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DATEDIFF(CURDATE(), order_date)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days_since_order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7490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relevant for SLA tracking, data aging, pipeline monitoring, and business reporting.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DATE_ADD()  vs  DATE_SUB()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DATE_ADD()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55064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DATE_ADD('2026-08-19',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 7 DAY);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2026-08-26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time interval to a date, for example an expected delivery date.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DATE_SUB()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655064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DATE_SUB('2026-08-19',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 7 DAY);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2026-08-12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a time interval from a date, for example finding recent records.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pattern: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order_date &gt;= DATE_SUB(CURDATE(), INTERVAL 7 DAY)  pulls the last 7 days of records. A very common incremental-load query.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DATE_FORMAT()   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35024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DATE_FORMAT('2026-08-19',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'%d-%m-%Y');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19-08-2026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14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 date into a specified string pattern.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5394960" cy="347472"/>
          </a:xfrm>
          <a:prstGeom prst="rect">
            <a:avLst/>
          </a:prstGeom>
          <a:solidFill>
            <a:srgbClr val="028090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74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5394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22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3822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year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9664"/>
            <a:ext cx="5394960" cy="347472"/>
          </a:xfrm>
          <a:prstGeom prst="rect">
            <a:avLst/>
          </a:prstGeom>
          <a:solidFill>
            <a:srgbClr val="F2FAF8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9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4169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number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5394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171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4517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64608"/>
            <a:ext cx="5394960" cy="347472"/>
          </a:xfrm>
          <a:prstGeom prst="rect">
            <a:avLst/>
          </a:prstGeom>
          <a:solidFill>
            <a:srgbClr val="F2FAF8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864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4864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5394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212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5212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559552"/>
            <a:ext cx="5394960" cy="347472"/>
          </a:xfrm>
          <a:prstGeom prst="rect">
            <a:avLst/>
          </a:prstGeom>
          <a:solidFill>
            <a:srgbClr val="F2FAF8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559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5559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11887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Field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37960" y="182880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1975104"/>
            <a:ext cx="43434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DATE_FORMAT(order_date, '%Y-%m')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order_month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 2026-08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3886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creating clean, human-readable reporting fields and for monthly aggregation.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 Engineering, functions are often nested and combined to clean data in one pass.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9344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UPPER(TRIM(emp_name)) AS cleaned_name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38328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 rahul  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88720" y="3749040"/>
            <a:ext cx="0" cy="182880"/>
          </a:xfrm>
          <a:prstGeom prst="line">
            <a:avLst/>
          </a:prstGeom>
          <a:noFill/>
          <a:ln w="19050">
            <a:solidFill>
              <a:srgbClr val="CFE8E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05840" y="393192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spaces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88720" y="4297680"/>
            <a:ext cx="0" cy="182880"/>
          </a:xfrm>
          <a:prstGeom prst="line">
            <a:avLst/>
          </a:prstGeom>
          <a:noFill/>
          <a:ln w="19050">
            <a:solidFill>
              <a:srgbClr val="CFE8E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05840" y="4480560"/>
            <a:ext cx="365760" cy="3657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88720" y="4846320"/>
            <a:ext cx="0" cy="182880"/>
          </a:xfrm>
          <a:prstGeom prst="line">
            <a:avLst/>
          </a:prstGeom>
          <a:noFill/>
          <a:ln w="19050">
            <a:solidFill>
              <a:srgbClr val="CFE8E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005840" y="502920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0876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'RAHUL'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14630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Example   ★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3796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 data: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2423160"/>
            <a:ext cx="4800600" cy="1051560"/>
          </a:xfrm>
          <a:prstGeom prst="roundRect">
            <a:avLst>
              <a:gd name="adj" fmla="val 6957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2569464"/>
            <a:ext cx="4343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 rahul kumar  '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PRIYA SHARMA '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'anjali reddy'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query: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3886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UPPER(TRIM(customer_name))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cleaned_name FROM Customer;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37960" y="46177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kind of transformation step students should master before moving on to ETL tools.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+ CASE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functions with logic students already know.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80360"/>
          </a:xfrm>
          <a:prstGeom prst="roundRect">
            <a:avLst>
              <a:gd name="adj" fmla="val 2540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63624"/>
            <a:ext cx="1060704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emp_name,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salary,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ROUND(salary) &gt;= 70000 THEN 'High'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ROUND(salary) &gt;= 50000 THEN 'Medium'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'Low'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AS salary_category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 cleans the number before CASE evaluates it, so a value like 69999.6 is checked as 70000 and correctly classified as High.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+ GROUP BY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orders by year using YEAR() and COUNT() together.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9344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YEAR(order_date) AS order_year,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total_orders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YEAR(order_date);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632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Combines: </a:t>
            </a:r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YEAR()  +  COUNT()  +  GROUP BY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492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2057400"/>
            <a:ext cx="4800600" cy="384048"/>
          </a:xfrm>
          <a:prstGeom prst="rect">
            <a:avLst/>
          </a:prstGeom>
          <a:solidFill>
            <a:srgbClr val="028090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057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order_year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0" y="2057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total_orders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2441448"/>
            <a:ext cx="4800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441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0" y="24414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2825496"/>
            <a:ext cx="4800600" cy="384048"/>
          </a:xfrm>
          <a:prstGeom prst="rect">
            <a:avLst/>
          </a:prstGeom>
          <a:solidFill>
            <a:srgbClr val="F2FAF8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8254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0" y="28254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3209544"/>
            <a:ext cx="4800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0" y="32095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to Prioritize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make students memorize every MySQL function. Focus study time here.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" y="189738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2980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TRIM()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98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UPPER()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1912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LOWER()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483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CONCAT()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7764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REPLACE()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SUBSTRING()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361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ROUND()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654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CURDATE()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606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NOW()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898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YEAR()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1912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MONTH()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483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DATEDIFF()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7764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DATE_ADD()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DATE_SUB()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4361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DATE_FORMAT()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7980" y="1897380"/>
            <a:ext cx="502920" cy="502920"/>
          </a:xfrm>
          <a:prstGeom prst="ellipse">
            <a:avLst/>
          </a:prstGeom>
          <a:solidFill>
            <a:srgbClr val="7FA69E"/>
          </a:solidFill>
          <a:ln w="12700">
            <a:solidFill>
              <a:srgbClr val="7FA6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7980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609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83680" y="2606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LENGTH()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2898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CEIL()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191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FLOOR()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3483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ABS()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3776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MOD()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1D3E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0312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functions are not just for querying. In Data Engineering, they are heavily used for cleaning, transforming, standardizing, and preparing data before loading it into a target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sequence: clean with String Functions -&gt; summarize with Numeric Functions -&gt; track with Date &amp; Time Functions.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2026-08-20T04:52:55Z</dcterms:created>
  <dcterms:modified xsi:type="dcterms:W3CDTF">2026-08-20T04:52:55Z</dcterms:modified>
</cp:coreProperties>
</file>